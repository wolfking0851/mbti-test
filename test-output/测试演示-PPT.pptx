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智能龙虾 - PPT 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PowerPoint 能力验证测试</a:t>
            </a:r>
          </a:p>
          <a:p>
            <a:r>
              <a:t>大娃 (SF-0001) | 贵阳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基本信息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生成时间：2026-03-13 11:30:49</a:t>
            </a:r>
          </a:p>
          <a:p>
            <a:pPr/>
            <a:r>
              <a:t>生成者：大娃 (SF-0001)</a:t>
            </a:r>
          </a:p>
          <a:p>
            <a:pPr/>
            <a:r>
              <a:t>测试地点：贵阳</a:t>
            </a:r>
          </a:p>
          <a:p>
            <a:pPr/>
            <a:r>
              <a:t>Python 库：python-pptx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支持的 PPT 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[OK] 多幻灯片支持</a:t>
            </a:r>
          </a:p>
          <a:p>
            <a:pPr/>
            <a:r>
              <a:t>[OK] 标题和副标题</a:t>
            </a:r>
          </a:p>
          <a:p>
            <a:pPr/>
            <a:r>
              <a:t>[OK] 项目符号列表</a:t>
            </a:r>
          </a:p>
          <a:p>
            <a:pPr/>
            <a:r>
              <a:t>[OK] 层级缩进</a:t>
            </a:r>
          </a:p>
          <a:p>
            <a:pPr/>
            <a:r>
              <a:t>[OK] 自定义字体和颜色</a:t>
            </a:r>
          </a:p>
          <a:p>
            <a:pPr/>
            <a:r>
              <a:t>[OK] 表格和图表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表格示例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</a:tblGrid>
              <a:tr h="5715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备注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幻灯片生成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张幻灯片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表格支持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列 4 行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中文支持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无乱码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测试完成！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感谢查看</a:t>
            </a:r>
          </a:p>
          <a:p>
            <a:r>
              <a:t>有任何问题随时告诉我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